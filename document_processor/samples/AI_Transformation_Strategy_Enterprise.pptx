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6908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 lang="zh-CN">
                <a:solidFill>
                  <a:srgbClr val="FFFFFF"/>
                </a:solidFill>
                <a:latin typeface="Microsoft YaHei"/>
              </a:defRPr>
            </a:pPr>
            <a:r>
              <a:t>Uther 智慧一卡通 2.0</a:t>
            </a:r>
          </a:p>
          <a:p>
            <a:pPr>
              <a:spcBef>
                <a:spcPts val="2000"/>
              </a:spcBef>
              <a:defRPr sz="2800" lang="zh-CN">
                <a:solidFill>
                  <a:srgbClr val="C8D2E6"/>
                </a:solidFill>
                <a:latin typeface="Microsoft YaHei"/>
              </a:defRPr>
            </a:pPr>
            <a:r>
              <a:t>AI 智能中枢战略规划与落地实施方案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lang="zh-CN">
                <a:solidFill>
                  <a:srgbClr val="0F204B"/>
                </a:solidFill>
                <a:latin typeface="Microsoft YaHei"/>
              </a:defRPr>
            </a:pPr>
            <a:r>
              <a:t>内部绝密 · 突破性变革计划</a:t>
            </a:r>
          </a:p>
          <a:p>
            <a:pPr>
              <a:spcBef>
                <a:spcPts val="1000"/>
              </a:spcBef>
              <a:defRPr sz="1600" lang="zh-CN">
                <a:solidFill>
                  <a:srgbClr val="6C757D"/>
                </a:solidFill>
                <a:latin typeface="Microsoft YaHei"/>
              </a:defRPr>
            </a:pPr>
            <a:r>
              <a:t>以生成式 AI 驱动系统破局，在零硬件成本下实现跨代际升级</a:t>
            </a:r>
            <a:br/>
            <a:r>
              <a:t>汇报单位：技术研发团队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一、 破局之战：为什么必须要现在进行 AI 迭代？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核心动因：业务增长停滞与时代降维打击的双重倒逼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1. 内部现状（业务萎靡）：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当前一卡通业务模式固化，活跃度下降。系统仅作为“被动打卡/消费工具”，缺乏业务增量与创新，逐渐被边缘化。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2. 外部趋势（时代要求）：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AI (大模型) 已经从概念走向落地。用户习惯了对话式交互与极简体验，传统的复杂菜单式系统已被时代抛弃。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3. 破局策略（降本增效的突破性改变）：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零成本激增前提：绝不推倒重来，绝不盲目采购昂贵硬件。依托现有 Uther 考勤与报表底座，采用开源免费模型与极轻量的网关集成。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突破性体验：用最少的代码改动，实现从“管卡系统”到“主动协同的数字管家”的跨代际升级，重塑产品核心竞争力。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二、 核心战略意义：本次系统改造的“高杠杆”价值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以最小的研发投入，撬动企业管理效率与护城河的全面跃升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1. 角色跃升：从“赔钱的成本中心”转化为“赚钱的价值中心”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不再只是花钱维保的刷卡工具。通过智能预警（如套现审计、资产盘点），直接为企业挽回隐形资金流失，省下基建成本。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2. 效率碾压：从“人找数据”升级为“数据找人”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告别繁琐的导出制表。管理层只需一句话查询，数小时的对账工作压缩至 3 秒，极大地释放了行政与 HR 的人力。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3. 生存保卫战：建立对抗科技巨头的“深水护城河”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防止被钉钉/企业微信通过扫码彻底替代。我们利用一卡通独有的底层“消费+轨迹”交叉数据训练 AI，建立巨头无法窃取的业务壁垒。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4. 极高性价比：绝对的“零硬件成本”升级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不换旧闸机，不买新设备。完全利用现有数据库，只做软件层的 AI 嫁接，用最小的杠杆撬动最大的业绩亮点。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二、 Uther 智慧化演进路线图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分阶段平稳推进，确保现有业务平滑过渡，快速验证价值：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短期（3-6个月）：提效减负 (Quick Wins)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重点：AI 智能考勤报表、RAG 客服助手。让系统具备“听懂人话”的能力。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中期（6-12个月）：业务赋能 (Deep Analytics)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重点：异常行为画像及心理/离职预警模型。挖掘沉睡数据，提供主动式人文关怀。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长期（12-24个月）：生态重构 (AI Agent)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重点：智能业务调度中枢、全域无感通行。打通孤岛，实现真正的跨域协同。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三、 短期方案：打造“会说话”的系统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阶段目标：降低报表洞察门槛，减轻日常答疑压力。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1. 智能 BI 与报表对话助手 (Data Chatbot)：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落地：改造前端报表模块，接入大模型 Text-to-SQL 技术。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效果：输入自然语言，自动极速渲染图表。告别繁琐的下拉框筛选。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2. 24/7 智能客服问答机器人：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落地：建立基于企业管理制度的知识向量库（RAG 架构）。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效果：有效拦截 80% 高频问题，大幅释放行政与IT运维人力。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深度拆解：首期落地的三大高频对话场景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场景一：考勤与门禁安防（管理提效核心）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👉 “查一下研发部昨天迟到的完整名单。”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👉 “列出昨晚 23:00 后依然在实验室刷卡逗留的人员。”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场景二：消费流水与对账（财务后勤视角）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👉 “一食堂昨日中午流水总额是多少？相比上周有无下降？”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👉 “调出工号 10086 上个月的全部异常消费明细。”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场景三：系统运维监控（IT 资产视角）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👉 “今天全校有哪些 POS 机或人脸考勤机处于离线状态？”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破冰攻坚战：【考勤 AI 助理】落地实施策略优化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优先聚焦考勤，暂避资金流水，实现“高容错、快见效”：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1. NL2SQL 数据转化机制优化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不全量暴露库表：仅将考勤相关的 DDL 与字段注释作为 Context 注入，保护数据隐私。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模糊指代对齐：引入本地词典，将用户口语映射为标准部门 ID，提升查询精准度。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2. 越权防御与合规设计（核心护城河）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只读物理隔离：AI 引擎生成的 SQL 强绑定 Read-Only 数据库从库。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行级权限强制注入 (RLS)：中间件自动根据请求人身份，在底层强制追加权限限制，防范越权。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四、 中期方案：让数据产生“温度”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阶段目标：从事后统计走向事前预警，深度融入人文管理。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1. 多维特征交叉组合 (Feature Engineering)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离职风险特征：考勤卡点/迟到增加 + 食堂消费骤降 + 下班后门禁轨迹异常。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健康风险特征：三餐极度不规律 + 连续48小时未出宿舍门禁 + 图书馆无访问记录。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2. 务实的轻量级算法选型 (无监督学习优先)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解法：放弃重度深度学习，采用 孤立森林 (Isolation Forest) 进行异常值监测，快速揪出行为突变个体。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3. 业务流转闭环 (Actionable AI)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闭环：自动调用底层 MessagePushService，将高危名单私密推送给HR，实现主动人文干预。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五、 长期方案：生态重构与智能接管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终局蓝图：让系统从“被动工具”进化为“主动协同的数字管家”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1. API 资产化与工具注册 (Function Calling)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重构：将现存 Spring Boot 服务中离散接口改造为 OpenAPI，赋予大模型自主调用物理世界工具的权力。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2. ReAct (推理与行动) 编排范式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演示：用户输入“我刚回，补签考勤并退掉今天订的午餐”。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协同：LLM 拆解任务，先后调用[补签接口]与[退餐接口]，一句话跨域作业，终结菜单迷宫。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3. 多模态全息无感通行体系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终局：云端大模型 + 边缘侧多模态视觉网关。系统不再是“一张卡”，而是无处不在的园区智能底座。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深度挖掘：短期业务新爆点 - 隐形资产流失防范与空间利用率重塑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回归校园与政企的强管控属性，化身【防套现审计与资产盘点专家】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1. 痛点：大额餐补/福利被套现（如超市狂刷日用品）；宿舍与会议室长期空置造成空间资源浪费。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2. AI 赋能：引入消费图谱与时空行为序列交叉分析。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3. 业务爆发点 (Action)：智能审阅与“僵尸资产”回收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反套现场景：当算法监控到餐补账户在短时间内发生连续、大额的超市非餐饮类交易，立即冻结大额支付权限，并通过系统给财务推送预警。帮企业护住钱袋子！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空间重塑场景：排查出“已分配但连续 3 个月门禁刷卡次数少于 5 次”的“僵尸宿舍床位”或“幽灵预订会议室”，自动生成回收建议报表。极大地节约了后勤基建成本！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深度挖掘：中期业务新赛道 - 响应双碳战略的 ESG 绿色账户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顺应国家政策趋势，将日常行为数据转化为【绿色环保资产】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1. 痛点：政企/高校面临极大的 ESG 与低碳考核压力，缺乏数据抓手。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2. AI 赋能：构建“个人碳积分与绿色行为账户”。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3. 业务爆发点 (Action)：低碳行为可量化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场景：将电子校园卡替代实体卡、线上缴纳水电费、光盘行动（食堂按需称重消费）等行为，由算法统一折算为【碳积分】。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价值：帮助企业/高校轻松输出年度 ESG 报告；积分可用于兑换园区福利。一卡通系统顺势切入政企碳普惠核心业务链！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深度挖掘：长期生态新边界 - 数据资产变现与 OCaaS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打破硬件厂商边界，向【一卡通即服务 (OneCard as a Service)】演进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1. 痛点：系统封闭，数据形成孤岛，海量行为数据在机房沉睡。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2. AI 赋能：通过大模型清洗与脱敏，将行为数据聚合为“群体趋势预测 API”。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3. 业务爆发点 (Action)：开放平台与数据要素交易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场景：将“明日各个食堂/商超的预估人流量”以 OpenAPI 的形式，订阅售卖给园区的餐饮供应商，辅助其精准备餐，降低剩菜损耗。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价值：彻底改变一卡通“卖系统、卖硬件”的一次性买卖，转变为持续提供“智能数据服务”的数据运营商。完全打开估值天花板！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八、 赋能一线销售：基于不同客户痛点的“千人千面”打单矩阵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摒弃“一招鲜吃遍天”，将 AI 能力拆解为精准打击客户痛点的武器库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1. 针对【全封闭式 K12 / 高中】客户：打“安全与心理牌”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痛点抓手：校长最怕学生出现安全事故、心理抑郁以及家校纠纷。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销售话术：主推【异常轨迹预警】。“系统能自动发现哪个学生连续三天没去食堂，或者半夜异常离开宿舍，立刻告警班主任，防范于未然，给家长 100% 的安全感。”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2. 针对【大型劳动密集型工厂】客户：打“成本与反欺诈牌”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痛点抓手：员工流动性极大，餐补被恶意套现，后勤资源浪费极其严重。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销售话术：主推【反套现审计模型】。“AI 每天不知疲倦地审查几十万条流水，自动冻结买烟酒套现福利的异常账户。每年帮厂里省下的钱，十倍于这套系统的采购费！”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3. 针对【大型高校 / 集团总部】客户：打“政绩与减负牌”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痛点抓手：机构臃肿，行政后勤每天被重复琐碎的咨询淹没；且面临上级 ESG 环保考核。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销售话术：主推【RAG 智能助理与 ESG 绿色账户】。“用 AI 帮您挡住 80% 的报修咨询电话；同时一键生成师生低碳减排报告，直接转化为后勤处的年度创新政绩。”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九、 存量老客户的“无感升级”与“静默促活”策略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打消老客户顾虑：不伤筋动骨，体验却能发生“指数级跃升”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1. 架构保障：绝对的“无感平滑过渡” (Zero Disruption)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零风险：采用“旁路 AI 网关 + 数据库只读从库”架构。我们不动一行原有核心业务代码，不强迫客户改变任何老习惯。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柔性上线：AI 能力作为“悬浮球”或“智能副屏”静默上线。即使 AI 模块断网，传统的刷卡、消费与基础报表依然 100% 正常运转，彻底免除运维担忧。</a:t>
            </a:r>
          </a:p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2. 体验颠覆：变“被动检索”为“主动投喂” (Active Engagement)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B端（管理层）促活：过去管理层半个月才登录一次系统。现在，AI 每天将“防套现审计预警”、“闲置会议室报表”主动推送到主管微信/钉钉。把“死系统”变成每天早晨必看的“数字早报”。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C端（师生员工）促活：过去查账单要在 APP 里狂点 4 层菜单。现在只需语音一句“查下上周食堂流水并开发票”，秒级响应。用极简的对话式交互，让老客户产生强烈的“科技依赖感”。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lang="zh-CN">
                <a:solidFill>
                  <a:srgbClr val="6C757D"/>
                </a:solidFill>
                <a:latin typeface="Microsoft YaHei"/>
              </a:defRPr>
            </a:pPr>
            <a:r>
              <a:t>Uther 智慧一卡通 · 企业级架构演进白皮书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C757D"/>
                </a:solidFill>
                <a:latin typeface="Arial"/>
              </a:defRPr>
            </a:pPr>
            <a:r>
              <a:t>Page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lang="zh-CN">
                <a:solidFill>
                  <a:srgbClr val="FFFFFF"/>
                </a:solidFill>
                <a:latin typeface="Microsoft YaHei"/>
              </a:defRPr>
            </a:pPr>
            <a:r>
              <a:t>十、 落地执行：具体实施计划与排期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772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0" bIns="182880"/>
          <a:lstStyle/>
          <a:p>
            <a:pPr algn="l">
              <a:spcBef>
                <a:spcPts val="1400"/>
              </a:spcBef>
              <a:defRPr lang="zh-CN" b="1" sz="2000">
                <a:solidFill>
                  <a:srgbClr val="0F204B"/>
                </a:solidFill>
                <a:latin typeface="Microsoft YaHei"/>
              </a:defRPr>
            </a:pPr>
            <a:r>
              <a:t>严格把控节奏，确保 8 周内完成首期闭环上线：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Sprint 1：架构就绪与数据脱敏 (第1-2周)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交付：Python AI 代理网关搭建完毕，核心考勤库 DDL 梳理与只读权限配置完成。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Sprint 2：前端交互与 NL2SQL 破冰 (第3-4周)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交付：sxReportList.html 聊天面板上线，跑通自然语言转 SQL 并自动渲染表格的双向链路。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Sprint 3：行为预警算法验证 (第5-6周)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交付：Isolation Forest 模型离线训练完成，输出第一批高危人员脱敏测试名单。</a:t>
            </a:r>
          </a:p>
          <a:p>
            <a:pPr algn="l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Sprint 4：业务闭环与灰度上线 (第7-8周)</a:t>
            </a:r>
          </a:p>
          <a:p>
            <a:pPr algn="l" lvl="1">
              <a:spcBef>
                <a:spcPts val="800"/>
              </a:spcBef>
              <a:defRPr lang="zh-CN" sz="1600">
                <a:solidFill>
                  <a:srgbClr val="212529"/>
                </a:solidFill>
                <a:latin typeface="Microsoft YaHei"/>
              </a:defRPr>
            </a:pPr>
            <a:r>
              <a:t>交付：打通预警模型与 MessagePushService，向指定内测辅导员/HR 发送主动关怀推文。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