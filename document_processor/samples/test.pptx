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解析测试标题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这是第一页的副标题文本。验证 python-pptx 是否生效。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第二页：架构介绍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前端</a:t>
            </a:r>
          </a:p>
          <a:p>
            <a:r>
              <a:t>2. 后端</a:t>
            </a:r>
          </a:p>
          <a:p>
            <a:r>
              <a:t>3. 数据库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